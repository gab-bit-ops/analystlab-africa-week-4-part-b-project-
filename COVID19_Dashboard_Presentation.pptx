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822960"/>
            <a:ext cx="2377440" cy="2377440"/>
          </a:xfrm>
          <a:prstGeom prst="ellipse">
            <a:avLst/>
          </a:prstGeom>
          <a:solidFill>
            <a:srgbClr val="1A22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924" y="1357884"/>
            <a:ext cx="1307592" cy="1307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DASHBOARD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Overview — Power BI Analytics Project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572000"/>
            <a:ext cx="5120640" cy="18288"/>
          </a:xfrm>
          <a:prstGeom prst="rect">
            <a:avLst/>
          </a:prstGeom>
          <a:solidFill>
            <a:srgbClr val="2A334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4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pPr indent="0" marL="0">
              <a:buNone/>
            </a:pPr>
            <a:r>
              <a:rPr lang="en-US" sz="14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pPr indent="0" marL="0">
              <a:buNone/>
            </a:pPr>
            <a:r>
              <a:rPr lang="en-US" sz="14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Hopkins University CSSE COVID-19 Time Series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raw data before transformation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 Files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26771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Deaths, and Recovered global time-series CSVs from Johns Hopkins University (JHU CSSE)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80760" y="1554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7556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55080" y="226771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held one column per date (Jan 2020 onward), with country, province, latitude and longitude as identifiers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4178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Date Key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469087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Country/Region and Date together form the unique key used to merge all three datasets into one table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0760" y="3977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4178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55080" y="469087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JHU stopped updating the Recovered dataset after August 2021 — a known, documented gap in the source data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was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COVID-19 case data is published as fragmented, cumulative daily files that are not analysis-ready. Stakeholders need a single, interactive view to understand how the pandemic spread, which countries were most affected, and how recovery progressed over time.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5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28529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were infected, and how many recovered or died globally?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593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5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5661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were hit hardest by confirmed cases and deaths?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3068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5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42793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did the virus spread, and did that pace change over time?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5020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5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5020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499262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global recovery rates trend as the pandemic progressed?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Defined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built with DAX measures in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6479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 Cases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global infections as of the latest reporting date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87952" y="160020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16552" y="176479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16552" y="219456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global fatalities as of the latest reporting date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27264" y="160020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55864" y="176479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55864" y="219456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 ÷ Total Confirmed, expressed as a percentage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45643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3886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− (Deaths + Recovered) — currently unresolved cases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87952" y="32918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16552" y="345643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Growth Rate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16552" y="3886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percentage change in confirmed cases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827264" y="32918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55864" y="3456432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Cases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55864" y="3886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difference in cumulative confirmed totals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Power BI report — Global Impact Overview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84452" y="1527048"/>
            <a:ext cx="8622792" cy="4855464"/>
          </a:xfrm>
          <a:prstGeom prst="roundRect">
            <a:avLst>
              <a:gd name="adj" fmla="val 1130"/>
            </a:avLst>
          </a:prstGeom>
          <a:solidFill>
            <a:srgbClr val="1A2233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1" descr="/mnt/user-data/uploads/2610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4" y="1600200"/>
            <a:ext cx="8476488" cy="4709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10607040" cy="987552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56816"/>
            <a:ext cx="365760" cy="3657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1719072"/>
            <a:ext cx="9555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countries (United Kingdom, France, China) account for a disproportionate share of global confirmed cases, visible in the Top 5 Countries chart.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0607040" cy="987552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99816"/>
            <a:ext cx="365760" cy="3657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2862072"/>
            <a:ext cx="9555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 climbed gradually through early 2020, then accelerated sharply from mid-2020 onward — visible as a steep upward bend in the monthly trend line.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0607040" cy="987552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4242816"/>
            <a:ext cx="365760" cy="3657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4005072"/>
            <a:ext cx="9555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recovery rate (%) declined steadily over time rather than improving — largely a reflection of countries discontinuing official recovery reporting after mid-2021, not a real-world reversal.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10607040" cy="987552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5385816"/>
            <a:ext cx="365760" cy="3657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5148072"/>
            <a:ext cx="9555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counts vary widely by country and do not scale directly with confirmed cases, suggesting differences in healthcare capacity and reporting standards.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and how they were resolved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7465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three separate datasets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1305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Confirmed, Deaths, and Recovered files arrived as three independent tables. Researching how to correctly merge them — using Country/Region and Date together as a composite key — was the biggest hurdle, but it was successfully resolved using Power Query's Merge Queries feature.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3009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correct DAX formulas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68503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accurate KPI measures (Total Confirmed, Recovery Rate, Daily Growth Rate) required learning proper DAX syntax such as CALCULATE, FILTER, and time-intelligence functions. AI-assisted guidance was leveraged to learn and apply the correct formula structures.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1A2233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8554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formatting issues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523951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dates required locale-aware conversion (English - United States) to parse correctly without misreading day/month order.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project takeaways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822960" cy="822960"/>
          </a:xfrm>
          <a:prstGeom prst="ellipse">
            <a:avLst/>
          </a:prstGeom>
          <a:solidFill>
            <a:srgbClr val="E639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646" y="596646"/>
            <a:ext cx="452628" cy="4526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1A223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25856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population-adjusted metric (cases per 100,000) for fairer country comparisons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300984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17296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or supplement the Recovered dataset with a more current source for post-2021 analysis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08736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continent/region grouping table to simplify country-level slicing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5129784"/>
            <a:ext cx="146304" cy="146304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00176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forecasting (trend line or what-if) to project future case growth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97880" y="1600200"/>
            <a:ext cx="5715000" cy="4434840"/>
          </a:xfrm>
          <a:prstGeom prst="roundRect">
            <a:avLst>
              <a:gd name="adj" fmla="val 1649"/>
            </a:avLst>
          </a:prstGeom>
          <a:solidFill>
            <a:srgbClr val="1A2233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783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217920" y="233172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transformed three raw, cumulative JHU time-series files into a single, interactive Power BI dashboard tracking global COVID-19 spread, mortality, and recovery. Through Power Query transformation, table merging, and custom DAX measures, the dashboard delivers clear, decision-ready KPIs and visuals — while transparently flagging known data limitations such as the 2021 gap in recovery reporting. The experience strengthened practical skills in data cleaning, relational merging, and DAX-driven analysis.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Pandemic Dashboard — Project Review</dc:title>
  <dc:subject>PptxGenJS Presentation</dc:subject>
  <dc:creator>Gabriel</dc:creator>
  <cp:lastModifiedBy>Gabriel</cp:lastModifiedBy>
  <cp:revision>1</cp:revision>
  <dcterms:created xsi:type="dcterms:W3CDTF">2026-06-28T13:22:35Z</dcterms:created>
  <dcterms:modified xsi:type="dcterms:W3CDTF">2026-06-28T13:22:35Z</dcterms:modified>
</cp:coreProperties>
</file>